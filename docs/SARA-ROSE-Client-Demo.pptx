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company name and the purpose of the meeting: this is the working website, not a brochure mock-up. Mention Sagamu / Ogun State and the telephone and email on the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short. Promise a live click-through rather than a long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language matches the company profile. Stress accountability and specialisation.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 site as an operating tool, not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linger. This is the map before you open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slowly. Read one sentence from About aloud. Do not skip Why us — it is the commercial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pretend you have a price list. The profile forbids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realistic example: excavator for a foundation pit in Sagamu. Keep it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is short, skip creating a new user and go straight to the admin account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the password slowly or paste it. If captcha fails, click New sum. Do not show NormalPassword from the database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 sample site photo, upload it as a slider image. That is the most convincing admin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someone asks. Otherwise skip. Mention Workbench script backend/sql/update-all-db.sql for a full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if a director asks where passwords live. Keep it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this slide or keep it on a second screen. It is the recovery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Take questions. Offer the documentation PDF/Markdown in docs/.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CLIENT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0E6"/>
                </a:solidFill>
                <a:latin typeface="Calibri"/>
              </a:rPr>
              <a:t>SARA ROSE Nigeria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B0A0"/>
                </a:solidFill>
                <a:latin typeface="Calibri"/>
              </a:rPr>
              <a:t>A live website for a heavy-equipment trader in Sagamu —
company story, equipment portfolio, enquiry desk, and an administration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145536"/>
            <a:ext cx="3236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The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93008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Trader in construction and industrial machinery since 2012. One industry. Direct dealing.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145536"/>
            <a:ext cx="3236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493008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Public website plus a signed-in dashboard the company can operate after the 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3145536"/>
            <a:ext cx="3236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The 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493008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+234 80 6665 1111
contact@sararose.com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HOW WE WILL SPEND THE NEXT TEN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Who SARA ROSE is, and why this site exists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Walk the public pages a customer would use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Show the five equipment groups and an enquiry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Register / sign in, then open the dashboard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Show what the company can change itself: home slider and header links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Questions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THE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A specialist trader, not a general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SARA ROSE NIGERIA LIMITED has traded heavy equipment since 2012.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Head office: Km 12, Sagamu–Benin Express Way, opposite Navy Merchant, Ogun State.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Business type: Trader. Industry: heavy / construction and industrial equipment.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The work starts with the requirement — ground, timeline, duty — then the machine category.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Brands, models and availability are confirmed at enquiry, not from a stock list on the site.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Enquiries go by phone or email. The conversation stays accountable from first contact onward.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WHY WE BUILT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A digital front door that matches how SARA ROSE actually 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Customers can read the company, the portfolio and the values before they call.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An enquiry is written down in the database — it does not disappear in a private inbox.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Registration and login identify returning customers and staff.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The dashboard lets the company update the home images and the menu without waiting on a developer for every change.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The public copy stays honest: this is a trader’s site, not a manufacturer catalogue.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One application, two sides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08176"/>
            <a:ext cx="5157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Public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55648"/>
            <a:ext cx="5157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Home slider and company story
About, Why us, Vision &amp; values
Five equipment categories, eleven machine types
Enquire form
Registration and login
Dynamic header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08176"/>
            <a:ext cx="5157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Administration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55648"/>
            <a:ext cx="5157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Signed-in dashboard
Home slider upload and order
Header link manager
Registration list
Enquiry records via the API
Roles: Admin, Staff,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LIVE DEMO — PART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Open the public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Address: http://127.0.0.1:43123  (or the hosted URL you are using today)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Home: slider, logo, Sagamu, buttons for portfolio, enquiry and login.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About: trading since 2012 and how the company works.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Why us: longevity, focus, portfolio, local office, named contact.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Vision &amp; values: reliability, integrity, customer focus, professionalism, quality, partnerships.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Pause on the named contact so the room sees a person, not a generic 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LIVE DEMO — PART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Equipment portfolio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194560" cy="19659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08176"/>
            <a:ext cx="1865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Earthmoving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55648"/>
            <a:ext cx="1865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Excavators
Bulldozers
Wheel loaders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280160"/>
            <a:ext cx="2194560" cy="19659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408176"/>
            <a:ext cx="1865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1755648"/>
            <a:ext cx="1865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Backhoe loaders
Motor graders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280160"/>
            <a:ext cx="2194560" cy="19659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1408176"/>
            <a:ext cx="1865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Material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1755648"/>
            <a:ext cx="1865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Forklifts
Other machinery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280160"/>
            <a:ext cx="2194560" cy="19659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408176"/>
            <a:ext cx="1865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Road &amp; compaction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755648"/>
            <a:ext cx="1865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Rollers
Skid-steer rollers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280160"/>
            <a:ext cx="2194560" cy="19659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1408176"/>
            <a:ext cx="1865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Transport &amp; lifting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1755648"/>
            <a:ext cx="1865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Dump trucks
Cranes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5F0E6"/>
                </a:solidFill>
                <a:latin typeface="Calibri"/>
              </a:rPr>
              <a:t>▸  Open Earthmoving, then Excavators. Say: specification is confirmed when they enquire.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5F0E6"/>
                </a:solidFill>
                <a:latin typeface="Calibri"/>
              </a:rPr>
              <a:t>▸  Use “Start an enquiry” from a machine page so the audience sees the path from machine to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LIVE DEMO — PART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Capture an enquiry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Page: Enquire (/contact).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Fill name, telephone, email, a machine type, and a short requirement (at least a sentence).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Submit. The record is stored in MySQL for follow-up.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Commercially, the conversation is followed up by telephone and email.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Later, from the dashboard or API, staff can see the same row — nothing is lost in a personal inbox.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LIVE DEMO — PART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Registration and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Registration asks for a username, name, email, telephone, user type, role and password.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That creates a profile and a login row. Public users cannot make themselves Admin.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Login checks username and password against the userMaster table (hash and normal password columns).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 small number captcha sits on the login form.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After a correct login, choose Continue to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DEMONSTRATION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Sign in as the seeded administrator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53895"/>
            <a:ext cx="524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Use these details on 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01368"/>
            <a:ext cx="5248655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Username:  admin
Password:  SaraRose_Admin_2024
Solve the captcha (for example 2 + 3 = 5).
Click Login.
When asked, continue to the dashboard.
Role: Admin   ·   User type: Internal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53895"/>
            <a:ext cx="5065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What the room should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01368"/>
            <a:ext cx="506577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Sidebar shows username admin.
Greeting uses the administrator’s name.
Tiles show categories, machines, enquiries and registrations.
Recent registrations list includes the admin (and any user you just created).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LIVE DEMO — PART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The dashboard the company will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Overview: the day’s greeting, role tags, company facts, quick actions.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Home slider: add an image, view the set, change order or remove a slide. The public home page picks this up when dynamic mode is 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Header links: add, hide, reorder, or mark the Enquire button. The public header follows the table.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Registrations: people who filled the public form — names, usernames, roles — never passwords.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Sign out returns the browser to login.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FOR THE TECHNICAL STAKEHOLDER IN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How it is put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08176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55648"/>
            <a:ext cx="332841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Angular 19
Runs on port 43123
Public pages and the signed-in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08176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55648"/>
            <a:ext cx="332841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ASP.NET Core 8
Port 43124
Swagger at /swagger
JSON for company, catalogue,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08176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755648"/>
            <a:ext cx="332841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0E6"/>
                </a:solidFill>
                <a:latin typeface="Calibri"/>
              </a:rPr>
              <a:t>MySQL 8 — database sararose
Catalogue, enquiries, slider, header, registrations, userMaster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LOGIN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userMaster is the table that decides who gets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Username (unique), email, name, phone, role, user type.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HashPassword (SHA-256) and NormalPassword — both checked at login.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Active flag. Created date. No RegistrationId column.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The login API never returns the normal password to the browser.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5F0E6"/>
                </a:solidFill>
                <a:latin typeface="Calibri"/>
              </a:rPr>
              <a:t>▸  Company profile paragraphs are not in SQL; they come from the API as in the client document.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PRESENTER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0E6"/>
                </a:solidFill>
                <a:latin typeface="Calibri"/>
              </a:rPr>
              <a:t>Click path if the network is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Home → Equipment → Excavators → Enquire (submit one form).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Why us (one scroll) → Vision &amp; values (one scroll).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Login as admin → Continue to dashboard.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Dashboard → Add slide (optional) → Header links (point at Enquire) → Registrations.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Sign out. That is a complete demonstration.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5F0E6"/>
                </a:solidFill>
                <a:latin typeface="Calibri"/>
              </a:rPr>
              <a:t>▸  If the API is down, show Swagger health only after the room has seen the website.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8B0A0"/>
                </a:solidFill>
                <a:latin typeface="Calibri"/>
              </a:rPr>
              <a:t>SARA ROSE NIGERIA LIMITED  ·  Confidential client demonstration  ·  Sagamu, Ogun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037"/>
                </a:solidFill>
                <a:latin typeface="Calibri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5F0E6"/>
                </a:solidFill>
                <a:latin typeface="Calibri"/>
              </a:rPr>
              <a:t>Ready for the work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5F0E6"/>
                </a:solidFill>
                <a:latin typeface="Calibri"/>
              </a:rPr>
              <a:t>SARA ROSE NIGERIA LIMITED now has a working site: the company story,
the five equipment groups, an enquiry desk, and a dashboard the team can run.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B8B0A0"/>
                </a:solidFill>
                <a:latin typeface="Calibri"/>
              </a:rPr>
              <a:t>Questions. Then we agree hosting, content photos, and who will operate the slider.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037"/>
                </a:solidFill>
                <a:latin typeface="Calibri"/>
              </a:rPr>
              <a:t>+234 80 6665 1111  ·  contact@sararose.com</a:t>
            </a:r>
          </a:p>
          <a:p>
            <a:r>
              <a:rPr sz="1400" b="0">
                <a:solidFill>
                  <a:srgbClr val="B8B0A0"/>
                </a:solidFill>
                <a:latin typeface="Calibri"/>
              </a:rPr>
              <a:t>Km 12, Sagamu–Benin Express Way, Ogun State, Nigeria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